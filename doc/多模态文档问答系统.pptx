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文档理解与多模态检索问答系统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qwen3-vl-8b-instruct + LangChain 的多模态文档问答系统设计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GraphRAG 作为增强方向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3657600"/>
            <a:ext cx="3657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课程项目方案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汇报大纲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任务定义与应用背景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934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007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0934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相关工作调研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12848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系统方案设计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077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163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核心模块与模型选型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511296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198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评测指标与实验设计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1480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02336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时间计划与风险管理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62686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718304"/>
            <a:ext cx="347472" cy="34747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18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62686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预期创新点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任务定义：两层目标推进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最低可交付版本（必做）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支持上传多页 PDF 或页面截图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识别文本、表格、图表等内容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基于向量检索实现多模态 RAG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回答中标注引用来源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完成纯文本 vs 多模态 RAG 对比评测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增强目标（进阶）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引入文档知识图谱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增强跨页、多跳推理能力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构建文本 GraphRAG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构建多模态 GraphRAG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输出细粒度关系路径引用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核心问题：多模态信息能否提升问答效果？图结构是否能在多跳推理上提供额外收益？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应用背景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文档视觉问答面临的多重挑战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文档本身多模态（文本、图像、表格混排）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存在丰富的跨页逻辑关系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传统向量检索仅靠语义相似度，无法捕获结构化关系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586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3774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学术科研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追踪跨章节逻辑链条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06040" y="21031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470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2377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604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金融分析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9748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财报数据关联提取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4880" y="21031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6354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法律合规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条款引用关系定位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03720" y="21031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612380" y="2286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23774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企业知识管理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995160" y="3246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跨文档多跳检索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技术演进路径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31520" y="4389120"/>
            <a:ext cx="1645920" cy="4572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传统检索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42316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2743200" y="4389120"/>
            <a:ext cx="1645920" cy="4572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274320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43484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4754880" y="4389120"/>
            <a:ext cx="1645920" cy="4572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475488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446520" y="4389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6766560" y="4389120"/>
            <a:ext cx="164592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0" name="Text 34"/>
          <p:cNvSpPr/>
          <p:nvPr/>
        </p:nvSpPr>
        <p:spPr>
          <a:xfrm>
            <a:off x="676656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多模态GraphRAG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相关工作：代表性数据集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109728" cy="1828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 (WACV 2021)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12,000+ 文档图像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50,000 个问答对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需理解版面结构、图表、表单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109728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 (ACL 2022)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9,600 道人工编写问题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23,100 道摘要生成问题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涉及逻辑运算和视觉推理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本项目将使用 DocVQA 与 ChartQA 子集进行评测，并自建测试集补充多跳推理场景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相关工作：代表性模型与方法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41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qwen3-vl-8b-instruct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9418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16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文档/图表理解顶级性能，支持结构化输出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069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本项目采用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ColPali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7190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视觉语言模型生成多向量嵌入，晚交互匹配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1847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本项目采用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2316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4963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770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图结构建模、社区划分、查询增强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2624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本项目采用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0040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MMDocRAG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273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547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视觉+文本混合检索策略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401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本项目采用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更多参考：Query-Driven Multimodal GraphRAG (ACL 2025)、MMGraphRAG (arXiv 2025)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关键技术横向对比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292608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  <a:gridCol w="173736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纯文本RAG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文本GraphRAG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多模态GraphRAG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文档解析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get_text()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VLM结构化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get_text()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 + 实体关系抽取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检索机制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向量检索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向量检索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 + 图游走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 + 图游走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图表理解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VLM描述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VLM + 原图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多跳推理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228600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本项目目标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注：课程最低可交付版本以前两列为主；后两列属于增强实验，用于分析图结构独立贡献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系统整体架构：分阶段设计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阶段一：最低可交付版本（必做）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用户上传 PDF/图像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渲染页面图片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 解析结构化内容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417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向量化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1417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索引存储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4173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114300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1143000"/>
            <a:ext cx="1234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多模态RAG问答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Gradio 界面展示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引用来源标注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纯文本RAG基线对比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阶段二：增强目标（进阶）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抽取实体关系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32918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构建文档图 (networkx)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图游走扩展检索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329184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多模态GraphRAG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设计原则：阶段一稳定后，再加入知识图谱作为增强模块，降低实现风险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核心模块说明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必做模块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文档解析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16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parse_doc.py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68880" y="1033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VLM 提取结构化内容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向量化入库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build_vectorstore.py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 Embedding + FAISS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多模态RAG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rag_chain.py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+ 多模态生成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纯文本基线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baseline_text_rag.py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对比实验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界面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640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增强模块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6012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知识图谱构建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1216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build_graph.py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1033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文档图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55448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文本GraphRAG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text_graph_rag_chain.py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1627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14884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14884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多模态GraphRAG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multimodal_graph_rag_chain.py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2221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图游走+视觉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74320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743200"/>
            <a:ext cx="731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evaluation.py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28163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四组系统对比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知识图谱边类型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规则边（优先）：同页归属、图号引用、章节引用    |    语义边（增强）：VLM抽取实体关系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模型选择与技术选型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视觉理解与文档解析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qwen3-vl-8b-instruct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文档/图表理解顶级性能，API调用无需GPU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知识图谱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轻量级纯Python，零额外成本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文本嵌入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DashScope text-embedding-v3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同平台低延迟，中英文支持，免费额度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向量数据库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轻量本地存储，pip即用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纯文本对照LLM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价格低、调用方便，适合基线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文档渲染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纯CPU高速PDF转图片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算力预算：无需本地GPU，API调用预计几十元以内，完全在课程项目成本范围内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注：纯文本组与多模态组模型能力不完全等价，对比偏工程比较，不表述为严格控制变量实验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评测指标设计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85800"/>
            <a:ext cx="73152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 (Accuracy)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人工判断三分制（全对/部分对/错）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0" y="79552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795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52728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52728"/>
            <a:ext cx="73152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引用准确率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4996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回答中引用的页码/图号是否正确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136245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362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19656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819656"/>
            <a:ext cx="73152" cy="4754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0665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平均归一化编辑相似度（DocVQA标准）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92938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6B7280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1929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386584"/>
            <a:ext cx="73152" cy="47548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多跳命中率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2633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是否正确追溯跨页引用链条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49631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90D9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4963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5351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53512"/>
            <a:ext cx="73152" cy="47548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999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图结构贡献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2004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 GraphRAG 与纯文本 RAG 差异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306324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90D9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520440"/>
            <a:ext cx="73152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66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视觉独立贡献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37673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 RAG 与纯文本 RAG 差异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363016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必做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4206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必做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371600" y="4206240"/>
            <a:ext cx="182880" cy="1828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2" name="Text 40"/>
          <p:cNvSpPr/>
          <p:nvPr/>
        </p:nvSpPr>
        <p:spPr>
          <a:xfrm>
            <a:off x="1600200" y="4206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增强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420624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4206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可选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数据集与实验设计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评测数据集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公开学术论文PDF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含丰富图表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9601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ChartQA子集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图表推理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DocVQA子集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结构化文档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96012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005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自建测试集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人工编写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691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覆盖多类型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2542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实验一：基础对比（必做）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2788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纯文本RAG vs 多模态RAG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关注点：图表题、表格题效果对比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实验二：图结构增强（选做）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四组系统对比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3291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关注点：多跳推理、引用链条分析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实验三：引用标注与案例分析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160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全部回答检查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关注点：正确/错误案例、失败模式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自建测试集分布：纯文本理解(10题) + 图表理解(10题) + 表格查询(10题) + 多跳推理(10题)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时间计划：14天里程碑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40664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40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685800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环境配置、工程骨架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69848"/>
            <a:ext cx="8229600" cy="3566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24712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24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069848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PDF解析与结构化抽取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53896"/>
            <a:ext cx="822960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508760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1453896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向量化与FAISS入库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837944"/>
            <a:ext cx="8229600" cy="3566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1892808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92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1837944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纯文本RAG基线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221992"/>
            <a:ext cx="822960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276856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276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221992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多模态RAG主链路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3566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660904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609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2606040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Gradio界面与联调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90088"/>
            <a:ext cx="822960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044952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44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8-9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2990088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基础评测（必做）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74136"/>
            <a:ext cx="8229600" cy="3566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429000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10-11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0" y="3374136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知识图谱构建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58184"/>
            <a:ext cx="8229600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813048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813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12-13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0" y="3758184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GraphRAG增强实验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142232"/>
            <a:ext cx="8229600" cy="35661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4197096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197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4142232"/>
            <a:ext cx="6675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整理结果、汇报材料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164592" cy="164592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4572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解析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280160" y="45720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1481328" y="4572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RAG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03120" y="457200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2304288" y="4572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评测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26080" y="457200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Text 48"/>
          <p:cNvSpPr/>
          <p:nvPr/>
        </p:nvSpPr>
        <p:spPr>
          <a:xfrm>
            <a:off x="3127248" y="4572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增强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49040" y="457200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3950208" y="45720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交付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风险与回退方案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85800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758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结构化输出不稳定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033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0332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页面解析结果不统一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758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7589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优先保证 texts/tables/figures 三类字段稳定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00200"/>
            <a:ext cx="9144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实体关系抽取噪声大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47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1947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效果不稳定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673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673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先使用规则边，语义边作为增强项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91440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四组系统实现时间不足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2862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2862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增强实验无法完整落地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587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5877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优先保基础系统 + 评测 + 演示界面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29000"/>
            <a:ext cx="91440" cy="80467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02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对照实验不够严格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7764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37764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答辩时可能被追问模型公平性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3502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02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明确说明偏工程比较，不表述为严格控制变量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核心原则：优先保证课程题目要求的最低可交付版本，增强模块作为探索性成果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预期创新点与贡献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8686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9418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分层交付设计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主线交付与增强探索分层明确，降低项目风险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731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6260" y="8686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9418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文档图像驱动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直接从页面图像提取结构化内容，减少 OCR 流水线复杂度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731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00900" y="8686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9418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图结构作为增强能力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1792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知识图谱设计为增量模块，允许稳定退回基础版本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828800" y="26517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903220" y="27889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28620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2024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可分析实验设计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92024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除准确率对比外，整理引用标注质量和典型失败案例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63440" y="26517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37860" y="278892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8620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488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低资源可落地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754880" y="3703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全流程基于 API 调用与轻量本地组件，无 GPU 要求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目标：在课程框架下完成可演示原型，产出有价值的对比实验结果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DocVQA: Mathew et al. (WACV 2021)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ChartQA: Masry et al. (ACL Findings 2022)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qwen3-vl-8b-instruct: Qwen Team (2025)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ColPali: Faysse et al. (2024)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Microsoft GraphRAG: Edge et al. (arXiv 2404.16130, 2024)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Query-Driven Multimodal GraphRAG (ACL 2025 Findings)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MMGraphRAG (arXiv 2025)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欢迎提问与讨论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文档理解与多模态检索问答系统</dc:title>
  <dc:subject>PptxGenJS Presentation</dc:subject>
  <dc:creator>Claude Code</dc:creator>
  <cp:lastModifiedBy>Claude Code</cp:lastModifiedBy>
  <cp:revision>1</cp:revision>
  <dcterms:created xsi:type="dcterms:W3CDTF">2026-04-21T14:15:39Z</dcterms:created>
  <dcterms:modified xsi:type="dcterms:W3CDTF">2026-04-21T14:15:39Z</dcterms:modified>
</cp:coreProperties>
</file>